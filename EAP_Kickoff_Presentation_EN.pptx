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1738" y="1866900"/>
            <a:ext cx="0" cy="1409700"/>
          </a:xfrm>
          <a:prstGeom prst="line">
            <a:avLst/>
          </a:prstGeom>
          <a:noFill/>
          <a:ln w="762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92471" y="1866900"/>
            <a:ext cx="53210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spcAft>
                <a:spcPts val="1200"/>
              </a:spcAft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EAP Kickoff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292471" y="2933700"/>
            <a:ext cx="53210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Application Project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57510" y="4724400"/>
            <a:ext cx="28804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Motopp 12-week Software Development Project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4788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the EAP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52450" y="2019300"/>
            <a:ext cx="8305800" cy="1028700"/>
          </a:xfrm>
          <a:prstGeom prst="roundRect">
            <a:avLst>
              <a:gd name="adj" fmla="val 740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2950" y="2209800"/>
            <a:ext cx="80832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professional software development project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2950" y="2628900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classroom exercise, but real responsibility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2450" y="3314700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23900" y="3238500"/>
            <a:ext cx="36059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work in a Scrum team and deliver a real product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2450" y="3676650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23900" y="3600450"/>
            <a:ext cx="3672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responsible for planning, quality, and delivery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2450" y="4038600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23900" y="3962400"/>
            <a:ext cx="42227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coaches and observes but does not take over your roles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5750" y="4762500"/>
            <a:ext cx="22552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software development mindset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706316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Product: Enterprise Application Portal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1514475"/>
            <a:ext cx="5676900" cy="1066800"/>
          </a:xfrm>
          <a:prstGeom prst="roundRect">
            <a:avLst>
              <a:gd name="adj" fmla="val 7143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685925"/>
            <a:ext cx="54406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you building?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2028825"/>
            <a:ext cx="54406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centralized, web-based platform for handling internal requests such as hardware, software access, and approvals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85750" y="2752725"/>
            <a:ext cx="5676900" cy="1943100"/>
          </a:xfrm>
          <a:prstGeom prst="roundRect">
            <a:avLst>
              <a:gd name="adj" fmla="val 392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2924175"/>
            <a:ext cx="544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Scope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267075"/>
            <a:ext cx="54406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Web-based frontend and backend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3533775"/>
            <a:ext cx="54406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and authorization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800475"/>
            <a:ext cx="54406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and approval workflows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067175"/>
            <a:ext cx="54406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pipelines and automated testing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333875"/>
            <a:ext cx="54406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Logging, monitoring, and documentation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91250" y="1885950"/>
            <a:ext cx="2667000" cy="2438400"/>
          </a:xfrm>
          <a:prstGeom prst="roundRect">
            <a:avLst>
              <a:gd name="adj" fmla="val 3125"/>
            </a:avLst>
          </a:prstGeom>
          <a:solidFill>
            <a:srgbClr val="FED7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81750" y="207645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Details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81750" y="2457450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81750" y="2647950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weeks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81750" y="3067050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81750" y="3257550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2-week cycles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381750" y="3676650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81750" y="3867150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 + DevOps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285750" y="4762500"/>
            <a:ext cx="19960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 enterprise internal application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570299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Roles - These Belong to You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1066800"/>
            <a:ext cx="8572500" cy="742950"/>
          </a:xfrm>
          <a:prstGeom prst="roundRect">
            <a:avLst>
              <a:gd name="adj" fmla="val 10256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23850" y="1066800"/>
            <a:ext cx="0" cy="742950"/>
          </a:xfrm>
          <a:prstGeom prst="line">
            <a:avLst/>
          </a:prstGeom>
          <a:noFill/>
          <a:ln w="762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6250" y="1181100"/>
            <a:ext cx="8433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Owner (intern role)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6250" y="1504950"/>
            <a:ext cx="84330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Decides on scope and priorities. Staff do NOT make product decisions.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85750" y="1885950"/>
            <a:ext cx="8572500" cy="742950"/>
          </a:xfrm>
          <a:prstGeom prst="roundRect">
            <a:avLst>
              <a:gd name="adj" fmla="val 1025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3850" y="1885950"/>
            <a:ext cx="0" cy="742950"/>
          </a:xfrm>
          <a:prstGeom prst="line">
            <a:avLst/>
          </a:prstGeom>
          <a:noFill/>
          <a:ln w="762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6250" y="2000250"/>
            <a:ext cx="8433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 Master (intern role)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6250" y="2324100"/>
            <a:ext cx="84330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Facilitates Scrum events. Staff are Scrum Coaches, NOT Scrum Masters.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85750" y="2705100"/>
            <a:ext cx="8572500" cy="742950"/>
          </a:xfrm>
          <a:prstGeom prst="roundRect">
            <a:avLst>
              <a:gd name="adj" fmla="val 10256"/>
            </a:avLst>
          </a:prstGeom>
          <a:solidFill>
            <a:srgbClr val="FED7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23850" y="2705100"/>
            <a:ext cx="0" cy="742950"/>
          </a:xfrm>
          <a:prstGeom prst="line">
            <a:avLst/>
          </a:prstGeom>
          <a:noFill/>
          <a:ln w="762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6250" y="2819400"/>
            <a:ext cx="8433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(team responsibility)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6250" y="3143250"/>
            <a:ext cx="84330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Pipelines, deployments, operational issues. Staff do NOT solve this.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85750" y="3524250"/>
            <a:ext cx="8572500" cy="742950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23850" y="3524250"/>
            <a:ext cx="0" cy="742950"/>
          </a:xfrm>
          <a:prstGeom prst="line">
            <a:avLst/>
          </a:prstGeom>
          <a:noFill/>
          <a:ln w="762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6250" y="3638550"/>
            <a:ext cx="8433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(shared responsibility)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76250" y="3962400"/>
            <a:ext cx="84330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team members build, test, and improve the product.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85750" y="4305300"/>
            <a:ext cx="8572500" cy="419100"/>
          </a:xfrm>
          <a:prstGeom prst="roundRect">
            <a:avLst>
              <a:gd name="adj" fmla="val 18182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97180" y="4400550"/>
            <a:ext cx="854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roles belong to you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4788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Scrum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1590675"/>
            <a:ext cx="8572500" cy="1428750"/>
          </a:xfrm>
          <a:prstGeom prst="roundRect">
            <a:avLst>
              <a:gd name="adj" fmla="val 5333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762125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Structure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2124075"/>
            <a:ext cx="83941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2-week sprints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2390775"/>
            <a:ext cx="83941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Planning, Daily Scrum, Sprint Review, Retrospective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657475"/>
            <a:ext cx="83941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 Master facilitates, everyone participates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5750" y="3171825"/>
            <a:ext cx="4210050" cy="1447800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8150" y="3324225"/>
            <a:ext cx="3983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of Ready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150" y="362902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is a backlog item ready to enter a Sprint?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150" y="389572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is clear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8150" y="408622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criteria defined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8150" y="427672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enough for 1 sprint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48200" y="3171825"/>
            <a:ext cx="4210050" cy="1447800"/>
          </a:xfrm>
          <a:prstGeom prst="roundRect">
            <a:avLst>
              <a:gd name="adj" fmla="val 5263"/>
            </a:avLst>
          </a:prstGeom>
          <a:solidFill>
            <a:srgbClr val="FED7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00600" y="3324225"/>
            <a:ext cx="3983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of Done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362902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is work truly finished?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0600" y="389572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408622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run in pipeline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427672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and documented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85750" y="4762500"/>
            <a:ext cx="18794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available as starting point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4788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&amp; Professionalism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52450" y="1590675"/>
            <a:ext cx="8305800" cy="1143000"/>
          </a:xfrm>
          <a:prstGeom prst="roundRect">
            <a:avLst>
              <a:gd name="adj" fmla="val 6667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02564" y="1819275"/>
            <a:ext cx="80055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Mistakes are allowed.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02564" y="2162175"/>
            <a:ext cx="80055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Ignoring problems is not.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52450" y="2924175"/>
            <a:ext cx="4076700" cy="1695450"/>
          </a:xfrm>
          <a:prstGeom prst="roundRect">
            <a:avLst>
              <a:gd name="adj" fmla="val 449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23900" y="3095625"/>
            <a:ext cx="38084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Expectations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23900" y="3457575"/>
            <a:ext cx="38084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is reviewed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23900" y="3724275"/>
            <a:ext cx="38084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run in the pipeline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23900" y="3990975"/>
            <a:ext cx="38084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 about delivery issues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23900" y="4257675"/>
            <a:ext cx="38084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 quality and processes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81550" y="2924175"/>
            <a:ext cx="4076700" cy="1695450"/>
          </a:xfrm>
          <a:prstGeom prst="roundRect">
            <a:avLst>
              <a:gd name="adj" fmla="val 4494"/>
            </a:avLst>
          </a:prstGeom>
          <a:solidFill>
            <a:srgbClr val="FED7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53000" y="3095625"/>
            <a:ext cx="38084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= how you respond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53000" y="3457575"/>
            <a:ext cx="38084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calmly when problems occur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53000" y="3724275"/>
            <a:ext cx="38084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Communicate clearly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53000" y="3990975"/>
            <a:ext cx="38084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decisions as a team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53000" y="4257675"/>
            <a:ext cx="38084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transparent about issues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85750" y="4762500"/>
            <a:ext cx="27997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professional behavior, not avoiding mistakes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4788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Staff Works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1066800"/>
            <a:ext cx="8572500" cy="1257300"/>
          </a:xfrm>
          <a:prstGeom prst="roundRect">
            <a:avLst>
              <a:gd name="adj" fmla="val 6061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6250" y="1257300"/>
            <a:ext cx="835533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05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roles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76250" y="1695450"/>
            <a:ext cx="26555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 Coaches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6250" y="1943100"/>
            <a:ext cx="26555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and challenge your process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70200" y="1695450"/>
            <a:ext cx="26555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70200" y="1943100"/>
            <a:ext cx="26555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direction and escalation point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064151" y="1695450"/>
            <a:ext cx="26555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64151" y="1943100"/>
            <a:ext cx="26555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behavior and decision-making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85750" y="2495550"/>
            <a:ext cx="4200525" cy="1600200"/>
          </a:xfrm>
          <a:prstGeom prst="roundRect">
            <a:avLst>
              <a:gd name="adj" fmla="val 4762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14325" y="2495550"/>
            <a:ext cx="0" cy="1600200"/>
          </a:xfrm>
          <a:prstGeom prst="line">
            <a:avLst/>
          </a:prstGeom>
          <a:noFill/>
          <a:ln w="5715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4350" y="2667000"/>
            <a:ext cx="38764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What we 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4350" y="2990850"/>
            <a:ext cx="3876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questions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4350" y="3238500"/>
            <a:ext cx="3876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reasoning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4350" y="3486150"/>
            <a:ext cx="3876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and give feedback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4350" y="3733800"/>
            <a:ext cx="3876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on process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57725" y="2495550"/>
            <a:ext cx="4200525" cy="1600200"/>
          </a:xfrm>
          <a:prstGeom prst="roundRect">
            <a:avLst>
              <a:gd name="adj" fmla="val 4762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86300" y="2495550"/>
            <a:ext cx="0" cy="1600200"/>
          </a:xfrm>
          <a:prstGeom prst="line">
            <a:avLst/>
          </a:prstGeom>
          <a:noFill/>
          <a:ln w="5715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86325" y="2667000"/>
            <a:ext cx="38764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What we DON'T do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86325" y="2990850"/>
            <a:ext cx="3876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over Scrum roles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86325" y="3238500"/>
            <a:ext cx="3876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product decisions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86325" y="3486150"/>
            <a:ext cx="3876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technical problems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86325" y="3733800"/>
            <a:ext cx="3876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project for you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85750" y="4267200"/>
            <a:ext cx="8572500" cy="533400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36042" y="4400550"/>
            <a:ext cx="84719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"If we step in too much, we are doing something wrong."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85750" y="4762500"/>
            <a:ext cx="11925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Coaching, not rescuing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4788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Arrangements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733425"/>
            <a:ext cx="8572500" cy="1238250"/>
          </a:xfrm>
          <a:prstGeom prst="roundRect">
            <a:avLst>
              <a:gd name="adj" fmla="val 6154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904875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Hours &amp; Location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1285875"/>
            <a:ext cx="264261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DAY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1533525"/>
            <a:ext cx="26426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day per week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76600" y="1285875"/>
            <a:ext cx="264261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76600" y="1533525"/>
            <a:ext cx="26426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days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6000" y="1285875"/>
            <a:ext cx="264261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96000" y="1533525"/>
            <a:ext cx="26426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Teams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5750" y="2124075"/>
            <a:ext cx="8572500" cy="137160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7200" y="2295525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Tooling Checklist for Sprint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638425"/>
            <a:ext cx="41290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GitHub repositories + access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886075"/>
            <a:ext cx="41290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Git Flow setup (main/dev, protection)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133725"/>
            <a:ext cx="41290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Branch protection rules active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38675" y="2638425"/>
            <a:ext cx="41290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Digital Scrum board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38675" y="2886075"/>
            <a:ext cx="41290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Basic CI pipeline running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38675" y="3133725"/>
            <a:ext cx="41290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Automated tests in pipeline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85750" y="3648075"/>
            <a:ext cx="4210050" cy="1257300"/>
          </a:xfrm>
          <a:prstGeom prst="roundRect">
            <a:avLst>
              <a:gd name="adj" fmla="val 6061"/>
            </a:avLst>
          </a:prstGeom>
          <a:solidFill>
            <a:srgbClr val="FED7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38150" y="3800475"/>
            <a:ext cx="3983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8150" y="410527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communication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8150" y="433387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questions early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38150" y="456247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decisions visible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48200" y="3648075"/>
            <a:ext cx="4210050" cy="1257300"/>
          </a:xfrm>
          <a:prstGeom prst="roundRect">
            <a:avLst>
              <a:gd name="adj" fmla="val 6061"/>
            </a:avLst>
          </a:prstGeom>
          <a:solidFill>
            <a:srgbClr val="FED7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00600" y="3800475"/>
            <a:ext cx="3983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Expectations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0600" y="410527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calm with problems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00600" y="433387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transparent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00600" y="456247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team decisions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85750" y="4762500"/>
            <a:ext cx="15359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execution conditions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4788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1: Setup Tasks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1066800"/>
            <a:ext cx="8572500" cy="647700"/>
          </a:xfrm>
          <a:prstGeom prst="roundRect">
            <a:avLst>
              <a:gd name="adj" fmla="val 11765"/>
            </a:avLst>
          </a:prstGeom>
          <a:solidFill>
            <a:srgbClr val="FED7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94335" y="1257300"/>
            <a:ext cx="83553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setup tasks are part of Sprint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85750" y="1905000"/>
            <a:ext cx="4229100" cy="800100"/>
          </a:xfrm>
          <a:prstGeom prst="roundRect">
            <a:avLst>
              <a:gd name="adj" fmla="val 9524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150" y="2057400"/>
            <a:ext cx="4002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Confirm Roles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150" y="2362200"/>
            <a:ext cx="40027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Product Owner, Scrum Master, and DevOps lead?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29150" y="1905000"/>
            <a:ext cx="4229100" cy="800100"/>
          </a:xfrm>
          <a:prstGeom prst="roundRect">
            <a:avLst>
              <a:gd name="adj" fmla="val 952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81550" y="2057400"/>
            <a:ext cx="4002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Explore Tooling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81550" y="2362200"/>
            <a:ext cx="40027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and test GitHub, Scrum board, and pipeline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85750" y="2819400"/>
            <a:ext cx="4229100" cy="800100"/>
          </a:xfrm>
          <a:prstGeom prst="roundRect">
            <a:avLst>
              <a:gd name="adj" fmla="val 952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8150" y="2971800"/>
            <a:ext cx="4002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Discuss DoR/DoD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150" y="3276600"/>
            <a:ext cx="40027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templates as a team and agree to use them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29150" y="2819400"/>
            <a:ext cx="4229100" cy="800100"/>
          </a:xfrm>
          <a:prstGeom prst="roundRect">
            <a:avLst>
              <a:gd name="adj" fmla="val 9524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81550" y="2971800"/>
            <a:ext cx="4002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First Backlog Items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81550" y="3276600"/>
            <a:ext cx="40027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Owner prepares initial items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85750" y="3733800"/>
            <a:ext cx="4229100" cy="800100"/>
          </a:xfrm>
          <a:prstGeom prst="roundRect">
            <a:avLst>
              <a:gd name="adj" fmla="val 9524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38150" y="3886200"/>
            <a:ext cx="4002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Team Agreements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150" y="4191000"/>
            <a:ext cx="40027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Scrum time? Office day? Communication agreements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29150" y="3733800"/>
            <a:ext cx="4229100" cy="800100"/>
          </a:xfrm>
          <a:prstGeom prst="roundRect">
            <a:avLst>
              <a:gd name="adj" fmla="val 9524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81550" y="3886200"/>
            <a:ext cx="4002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Architecture Setup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81550" y="4191000"/>
            <a:ext cx="40027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and decision-making details during Sprint 1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85750" y="4762500"/>
            <a:ext cx="17950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setup for project success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80917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Project Documents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1304925"/>
            <a:ext cx="5334000" cy="1123950"/>
          </a:xfrm>
          <a:prstGeom prst="roundRect">
            <a:avLst>
              <a:gd name="adj" fmla="val 6780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476375"/>
            <a:ext cx="50909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&amp; Governance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1857375"/>
            <a:ext cx="50909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Initiation Document (PID)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2105025"/>
            <a:ext cx="5090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project objectives, scope, and governance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85750" y="2581275"/>
            <a:ext cx="5334000" cy="2324100"/>
          </a:xfrm>
          <a:prstGeom prst="roundRect">
            <a:avLst>
              <a:gd name="adj" fmla="val 327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2752725"/>
            <a:ext cx="50909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Intern-Facing Documents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3133725"/>
            <a:ext cx="50909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Guide for Interns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324225"/>
            <a:ext cx="5090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sprints work and what's expected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552825"/>
            <a:ext cx="50909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 Onboarding Guide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743325"/>
            <a:ext cx="5090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roles, expectations, and workflows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971925"/>
            <a:ext cx="50909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of Ready Template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4162425"/>
            <a:ext cx="5090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backlog items are ready for Sprint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391025"/>
            <a:ext cx="50909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of Done Template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581525"/>
            <a:ext cx="5090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work is truly finished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10250" y="1611809"/>
            <a:ext cx="3048000" cy="2986683"/>
          </a:xfrm>
          <a:prstGeom prst="roundRect">
            <a:avLst>
              <a:gd name="adj" fmla="val 2551"/>
            </a:avLst>
          </a:prstGeom>
          <a:solidFill>
            <a:srgbClr val="FED7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00750" y="1802309"/>
            <a:ext cx="27203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&amp; Location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000750" y="2221409"/>
            <a:ext cx="2720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documents are available in: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000750" y="2488109"/>
            <a:ext cx="2720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 Baseline Archive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00750" y="2831009"/>
            <a:ext cx="2720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read first: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000750" y="3097709"/>
            <a:ext cx="2720340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Intern Onboarding Guide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Sprint Guide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DoR/DoD Templates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00750" y="3874591"/>
            <a:ext cx="2667000" cy="5334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15050" y="3988891"/>
            <a:ext cx="248716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your reference documents throughout the project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85750" y="4762500"/>
            <a:ext cx="24820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 Baseline Archive - your project reference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204020"/>
            <a:ext cx="7620000" cy="2735461"/>
          </a:xfrm>
          <a:prstGeom prst="roundRect">
            <a:avLst>
              <a:gd name="adj" fmla="val 4178"/>
            </a:avLst>
          </a:prstGeom>
          <a:solidFill>
            <a:srgbClr val="FFFFFF">
              <a:alpha val="5000"/>
            </a:srgbClr>
          </a:solidFill>
          <a:ln w="38100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13282" y="1623120"/>
            <a:ext cx="6917436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spcAft>
                <a:spcPts val="18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trusted to run this project professionally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000500" y="2948880"/>
            <a:ext cx="11430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13282" y="3215580"/>
            <a:ext cx="69174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that trust. Reflect, improve, and take ownership.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00025" y="4324350"/>
            <a:ext cx="874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00025" y="4667250"/>
            <a:ext cx="874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begin this journey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EAP Kickoff - Enterprise Application Project</dc:title>
  <dc:subject>Kickoff Presentation</dc:subject>
  <dc:creator>Motopp</dc:creator>
  <cp:lastModifiedBy>Motopp</cp:lastModifiedBy>
  <cp:revision>1</cp:revision>
  <dcterms:created xsi:type="dcterms:W3CDTF">2026-01-06T10:13:28Z</dcterms:created>
  <dcterms:modified xsi:type="dcterms:W3CDTF">2026-01-06T10:13:28Z</dcterms:modified>
</cp:coreProperties>
</file>