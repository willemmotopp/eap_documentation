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1738" y="1866900"/>
            <a:ext cx="0" cy="14097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92471" y="1866900"/>
            <a:ext cx="5321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EAP Kickoff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92471" y="2933700"/>
            <a:ext cx="532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Application Project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510" y="4724400"/>
            <a:ext cx="2880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Motopp 12-week Software Development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Welkom bij het EAP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2019300"/>
            <a:ext cx="8305800" cy="102870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" y="220980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 is een professioneel softwareontwikkelingsproject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26289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klaslokaal-oefening, maar echte verantwoordelijkheid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33147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238500"/>
            <a:ext cx="421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Jullie werken in een Scrum team en leveren een echt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676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3600450"/>
            <a:ext cx="43894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Jullie zijn verantwoordelijk voor planning, kwaliteit en oplevering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450" y="40386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900" y="3962400"/>
            <a:ext cx="4144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coacht en observeert, maar neemt jullie rollen niet 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4762500"/>
            <a:ext cx="2255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software development mindset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0048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Product: Enterprise Application Portal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14475"/>
            <a:ext cx="5676900" cy="1066800"/>
          </a:xfrm>
          <a:prstGeom prst="roundRect">
            <a:avLst>
              <a:gd name="adj" fmla="val 714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85925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bouwen jullie?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028825"/>
            <a:ext cx="5440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gecentraliseerd, web-based platform voor het afhandelen van interne verzoeken zoals hardware, software toegang en goedkeuringen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752725"/>
            <a:ext cx="5676900" cy="194310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924175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670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frontend en 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337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Authenticatie en autorisatie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004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en approval workflows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671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en automated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338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 en documentatie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91250" y="1885950"/>
            <a:ext cx="2667000" cy="2438400"/>
          </a:xfrm>
          <a:prstGeom prst="roundRect">
            <a:avLst>
              <a:gd name="adj" fmla="val 312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1750" y="20764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1750" y="2457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1750" y="26479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weken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1750" y="30670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81750" y="32575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cycles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1750" y="36766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1750" y="38671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+ DevOps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5750" y="4762500"/>
            <a:ext cx="2119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Realistisch enterprise internal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818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Rollen - Dit is van jullie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876300"/>
          </a:xfrm>
          <a:prstGeom prst="roundRect">
            <a:avLst>
              <a:gd name="adj" fmla="val 869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66800"/>
            <a:ext cx="0" cy="8763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238250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(trainee rol)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3400" y="1581150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Beslist over scope en prioriteiten. Staff neemt GEEN product beslissingen.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2095500"/>
            <a:ext cx="8572500" cy="87630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095500"/>
            <a:ext cx="0" cy="8763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2266950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(trainee rol)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3400" y="2609850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Faciliteert Scrum events. Staff is Scrum Coach, NIET Scrum Master.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3124200"/>
            <a:ext cx="8572500" cy="876300"/>
          </a:xfrm>
          <a:prstGeom prst="roundRect">
            <a:avLst>
              <a:gd name="adj" fmla="val 869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3124200"/>
            <a:ext cx="0" cy="8763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3295650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(team verantwoordelijkheid)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3400" y="3638550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deployments en operationele issues. Staff lost dit NIET op.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5750" y="4152900"/>
            <a:ext cx="8572500" cy="5715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473" y="43053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 rollen zijn van jullie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5750" y="4762500"/>
            <a:ext cx="1814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en verantwoordelijkheid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Werken met Scrum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90675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762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Structuur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1240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sprints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3907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Planning, Daily Scrum, Sprint Review, Retrospective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6574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faciliteert, iedereen participeert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75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15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een backlog item klaar om in een Sprint te nemen?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15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 is duidelijk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15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staan 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15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 genoeg voor 1 sprint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werk écht af?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draaien in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en gedocumenteerd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750" y="4762500"/>
            <a:ext cx="18599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beschikbaar als startpunt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6148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Kwaliteit &amp; Professionaliteit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1590675"/>
            <a:ext cx="8305800" cy="11430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2564" y="18192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Fouten maken mag.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02564" y="21621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Problemen negeren niet.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24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Verwachtingen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39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wordt gereviewd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9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draaien in de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Transparantie over delivery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9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Kwaliteit en processen respecteren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15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Professioneel = hoe je reageert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 onderzoeken bij problemen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Helder communiceren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Beslissingen samen nemen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Transparant zijn over issues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750" y="4762500"/>
            <a:ext cx="29100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op professioneel gedrag, niet op fouten vermijden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Staff Werkt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1257300"/>
          </a:xfrm>
          <a:prstGeom prst="roundRect">
            <a:avLst>
              <a:gd name="adj" fmla="val 606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257300"/>
            <a:ext cx="83553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rollen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Coaches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625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Ondersteunen en uitdagen jullie proces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7020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020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richting en escalatiepunt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64151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64151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Kijken naar gedrag en besluitvorming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325" y="2495550"/>
            <a:ext cx="0" cy="1600200"/>
          </a:xfrm>
          <a:prstGeom prst="line">
            <a:avLst/>
          </a:prstGeom>
          <a:noFill/>
          <a:ln w="571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Wat we WEL doen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350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Vragen stellen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350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Redenering challengen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Observeren en feedback geven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4350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Coachen op proces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7725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2495550"/>
            <a:ext cx="0" cy="1600200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6325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Wat we NIET doen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6325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rollen overnemen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86325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beslissingen maken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6325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problemen oplossen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6325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project voor jullie runnen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5750" y="426720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6042" y="4400550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"Als wij te veel ingrijpen, doen wij iets verkeerd."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5750" y="4762500"/>
            <a:ext cx="1140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niet redden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 Afspraken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733425"/>
            <a:ext cx="8572500" cy="123825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048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Werktijden &amp; Locatie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KANTOORDAG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dag per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766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66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Overige dagen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750" y="2124075"/>
            <a:ext cx="8572500" cy="137160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295525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Checklist voor Sprint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384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repositories + toegang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607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 Flow setup (main/dev, protection)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337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Branch protection rules actief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8675" y="26384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Digitaal Scrum 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38675" y="288607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Basis CI pipeline draait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38675" y="31337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tests in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3648075"/>
            <a:ext cx="4210050" cy="1257300"/>
          </a:xfrm>
          <a:prstGeom prst="roundRect">
            <a:avLst>
              <a:gd name="adj" fmla="val 606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8150" y="380047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150" y="41052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communicatie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150" y="43338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Vroeg vragen stellen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150" y="45624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Beslissingen zichtbaar maken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8200" y="3648075"/>
            <a:ext cx="4210050" cy="1257300"/>
          </a:xfrm>
          <a:prstGeom prst="roundRect">
            <a:avLst>
              <a:gd name="adj" fmla="val 606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0600" y="380047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Verwachtingen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1052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 blijven bij problemen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43338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Transparant zijn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5624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beslissingen nemen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5750" y="4762500"/>
            <a:ext cx="1782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Praktische execution voorwaarden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0: Deze Week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647700"/>
          </a:xfrm>
          <a:prstGeom prst="roundRect">
            <a:avLst>
              <a:gd name="adj" fmla="val 1176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4335" y="12573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Voorbereiding voor Sprint 1 start volgende week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1905000"/>
            <a:ext cx="4219575" cy="895350"/>
          </a:xfrm>
          <a:prstGeom prst="roundRect">
            <a:avLst>
              <a:gd name="adj" fmla="val 851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076450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Rollen Bevestigen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438400"/>
            <a:ext cx="3954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is Product Owner, Scrum Master en DevOps lead?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38675" y="1905000"/>
            <a:ext cx="4219575" cy="895350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0125" y="2076450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Tooling Verkennen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10125" y="2438400"/>
            <a:ext cx="3954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Scrum board, pipeline bekijken en testen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933700"/>
            <a:ext cx="4219575" cy="895350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105150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DoR/DoD Bespreken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467100"/>
            <a:ext cx="3954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als team lezen en ermee akkoord gaan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38675" y="2933700"/>
            <a:ext cx="4219575" cy="895350"/>
          </a:xfrm>
          <a:prstGeom prst="roundRect">
            <a:avLst>
              <a:gd name="adj" fmla="val 851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0125" y="3105150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Eerste Backlog Items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10125" y="3467100"/>
            <a:ext cx="3954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maakt eerste items gereed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5750" y="3962400"/>
            <a:ext cx="8572500" cy="895350"/>
          </a:xfrm>
          <a:prstGeom prst="roundRect">
            <a:avLst>
              <a:gd name="adj" fmla="val 851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41338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Team Afspraken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449580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de Daily Scrum? Welke dag is kantoordag? Communicatie afspraken vastleggen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750" y="4762500"/>
            <a:ext cx="23853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Voorbereidingen voor een goede Sprint 1 start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29729"/>
            <a:ext cx="7620000" cy="3284041"/>
          </a:xfrm>
          <a:prstGeom prst="roundRect">
            <a:avLst>
              <a:gd name="adj" fmla="val 3480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13282" y="1348829"/>
            <a:ext cx="6917436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Jullie krijgen het vertrouwen om dit project professioneel te runnen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00500" y="3223171"/>
            <a:ext cx="1143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3282" y="3489871"/>
            <a:ext cx="69174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dat vertrouwen. Reflecteer, verbeter en neem ownership.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0025" y="4324350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Vragen?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0025" y="466725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 we beginnen aan deze reis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EAP Kickoff - Enterprise Application Project</dc:title>
  <dc:subject>Kickoff Presentation</dc:subject>
  <dc:creator>Motopp</dc:creator>
  <cp:lastModifiedBy>Motopp</cp:lastModifiedBy>
  <cp:revision>1</cp:revision>
  <dcterms:created xsi:type="dcterms:W3CDTF">2026-01-05T11:25:21Z</dcterms:created>
  <dcterms:modified xsi:type="dcterms:W3CDTF">2026-01-05T11:25:21Z</dcterms:modified>
</cp:coreProperties>
</file>