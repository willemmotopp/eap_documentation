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1738" y="1866900"/>
            <a:ext cx="0" cy="140970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92471" y="1866900"/>
            <a:ext cx="53210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EAP Kickoff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92471" y="2933700"/>
            <a:ext cx="5321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Application Project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510" y="4724400"/>
            <a:ext cx="2880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Motopp 12-week Software Development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the EAP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" y="2019300"/>
            <a:ext cx="8305800" cy="102870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" y="2209800"/>
            <a:ext cx="8083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professional software development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2950" y="262890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classroom exercise, but real responsibility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2450" y="33147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238500"/>
            <a:ext cx="36059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work in a Scrum team and deliver a real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2450" y="367665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900" y="3600450"/>
            <a:ext cx="3672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responsible for planning, quality, and delivery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2450" y="403860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900" y="3962400"/>
            <a:ext cx="422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coaches and observes but does not take over your roles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750" y="4762500"/>
            <a:ext cx="2255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software development mindset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0631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Product: Enterprise Application Portal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14475"/>
            <a:ext cx="5676900" cy="1066800"/>
          </a:xfrm>
          <a:prstGeom prst="roundRect">
            <a:avLst>
              <a:gd name="adj" fmla="val 714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85925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you building?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028825"/>
            <a:ext cx="5440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centralized, web-based platform for handling internal requests such as hardware, software access, and approvals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5750" y="2752725"/>
            <a:ext cx="5676900" cy="194310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924175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670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frontend and 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337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and authorization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8004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and approval workflows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0671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pipelines and automated testing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33875"/>
            <a:ext cx="5440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Logging, monitoring, and documentation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91250" y="1885950"/>
            <a:ext cx="2667000" cy="2438400"/>
          </a:xfrm>
          <a:prstGeom prst="roundRect">
            <a:avLst>
              <a:gd name="adj" fmla="val 3125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81750" y="207645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1750" y="2457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1750" y="26479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1750" y="30670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81750" y="32575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cycles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1750" y="36766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81750" y="38671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+ DevOps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5750" y="4762500"/>
            <a:ext cx="199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enterprise internal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66939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Vision: What Does the EAP Do?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24000"/>
            <a:ext cx="5715000" cy="1390650"/>
          </a:xfrm>
          <a:prstGeom prst="roundRect">
            <a:avLst>
              <a:gd name="adj" fmla="val 5479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95450"/>
            <a:ext cx="54795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42341" y="2057400"/>
            <a:ext cx="151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2341" y="2286000"/>
            <a:ext cx="151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submits request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224031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85441" y="2057400"/>
            <a:ext cx="151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85441" y="2286000"/>
            <a:ext cx="151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Manager/Admin approves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00500" y="224031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28541" y="2171700"/>
            <a:ext cx="1515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28541" y="2400300"/>
            <a:ext cx="1515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fulfilled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5750" y="3067050"/>
            <a:ext cx="2781300" cy="161925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150" y="3219450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Use Cases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150" y="35433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laptop request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150" y="3810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license access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150" y="40767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environment access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150" y="43434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equipment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9450" y="3200400"/>
            <a:ext cx="2781300" cy="1352550"/>
          </a:xfrm>
          <a:prstGeom prst="roundRect">
            <a:avLst>
              <a:gd name="adj" fmla="val 5634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71850" y="3352800"/>
            <a:ext cx="2526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1850" y="36766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Submits requests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71850" y="39433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Reviews and approves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71850" y="42100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Manages system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91250" y="1590675"/>
            <a:ext cx="2667000" cy="3028950"/>
          </a:xfrm>
          <a:prstGeom prst="roundRect">
            <a:avLst>
              <a:gd name="adj" fmla="val 285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210300" y="1590675"/>
            <a:ext cx="0" cy="302895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850" y="1781175"/>
            <a:ext cx="229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850" y="2124075"/>
            <a:ext cx="22928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submission forms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19850" y="2409825"/>
            <a:ext cx="22928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850" y="2695575"/>
            <a:ext cx="22928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19850" y="2981325"/>
            <a:ext cx="22928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19850" y="3267075"/>
            <a:ext cx="22928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history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19850" y="3552825"/>
            <a:ext cx="22928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19850" y="3895725"/>
            <a:ext cx="2247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34150" y="4010025"/>
            <a:ext cx="20596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will refine detailed requirements during Sprint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5750" y="4762500"/>
            <a:ext cx="22939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vision - details in Product Backlog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7029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 - These Belong to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06680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6250" y="11811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(intern role)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150495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on scope and priorities. Staff do NOT make product decisions.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18859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88595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200025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(intern role)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6250" y="232410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Facilitates Scrum events. Staff are Scrum Coaches, NOT Scrum Masters.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70510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270510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50" y="28194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(team responsibility)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6250" y="314325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deployments, operational issues. Staff do NOT solve this.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5750" y="35242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3850" y="352425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" y="363855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(shared responsibility)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6250" y="396240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team members build, test, and improve the product.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4305300"/>
            <a:ext cx="8572500" cy="41910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7180" y="44005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roles belong to you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Scrum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590675"/>
            <a:ext cx="8572500" cy="142875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762125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Structure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1240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sprints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3907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Planning, Daily Scrum, Sprint Review, Retrospective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657475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facilitates, everyone participates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750" y="317182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" y="332422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150" y="36290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a backlog item ready to enter a Sprint?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150" y="3895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is clear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150" y="40862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defined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150" y="4276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enough for 1 sprint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8200" y="3171825"/>
            <a:ext cx="4210050" cy="1447800"/>
          </a:xfrm>
          <a:prstGeom prst="roundRect">
            <a:avLst>
              <a:gd name="adj" fmla="val 5263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332422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6290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work truly finished?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3895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40862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 in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4276725"/>
            <a:ext cx="3983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and documented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5750" y="4762500"/>
            <a:ext cx="18794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available as starting point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Professionalism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2450" y="1590675"/>
            <a:ext cx="8305800" cy="1143000"/>
          </a:xfrm>
          <a:prstGeom prst="roundRect">
            <a:avLst>
              <a:gd name="adj" fmla="val 6667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2564" y="1819275"/>
            <a:ext cx="8005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are allowed.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02564" y="2162175"/>
            <a:ext cx="80055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problems is not.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52450" y="2924175"/>
            <a:ext cx="4076700" cy="1695450"/>
          </a:xfrm>
          <a:prstGeom prst="roundRect">
            <a:avLst>
              <a:gd name="adj" fmla="val 44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309562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3900" y="34575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reviewed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900" y="37242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 in the pipeline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3900" y="39909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about delivery issues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23900" y="42576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quality and processes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81550" y="2924175"/>
            <a:ext cx="4076700" cy="1695450"/>
          </a:xfrm>
          <a:prstGeom prst="roundRect">
            <a:avLst>
              <a:gd name="adj" fmla="val 4494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0" y="3095625"/>
            <a:ext cx="380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= how you respond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3000" y="34575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calmly when problems occur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0" y="37242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clearly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0" y="39909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decisions as a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3000" y="4257675"/>
            <a:ext cx="38084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transparent about issues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750" y="4762500"/>
            <a:ext cx="279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professional behavior, not avoiding mistakes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Staff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1257300"/>
          </a:xfrm>
          <a:prstGeom prst="roundRect">
            <a:avLst>
              <a:gd name="adj" fmla="val 6061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257300"/>
            <a:ext cx="83553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Coaches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6250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and challenge your process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70200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0200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direction and escalation point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64151" y="169545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64151" y="1943100"/>
            <a:ext cx="26555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behavior and decision-making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495550"/>
            <a:ext cx="4200525" cy="1600200"/>
          </a:xfrm>
          <a:prstGeom prst="roundRect">
            <a:avLst>
              <a:gd name="adj" fmla="val 476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4325" y="2495550"/>
            <a:ext cx="0" cy="1600200"/>
          </a:xfrm>
          <a:prstGeom prst="line">
            <a:avLst/>
          </a:prstGeom>
          <a:noFill/>
          <a:ln w="571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350" y="2667000"/>
            <a:ext cx="387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What we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4350" y="29908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4350" y="32385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reasoning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" y="34861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and give feedback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4350" y="37338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on process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57725" y="2495550"/>
            <a:ext cx="4200525" cy="1600200"/>
          </a:xfrm>
          <a:prstGeom prst="roundRect">
            <a:avLst>
              <a:gd name="adj" fmla="val 476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6300" y="2495550"/>
            <a:ext cx="0" cy="1600200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6325" y="2667000"/>
            <a:ext cx="387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What we DON'T 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6325" y="29908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over Scrum roles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86325" y="32385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product decisions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6325" y="348615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technical problems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86325" y="3733800"/>
            <a:ext cx="3876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project for you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5750" y="4267200"/>
            <a:ext cx="8572500" cy="53340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6042" y="4400550"/>
            <a:ext cx="8471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we step in too much, we are doing something wrong."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5750" y="4762500"/>
            <a:ext cx="1192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not rescuing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Arrangements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8572500" cy="1238250"/>
          </a:xfrm>
          <a:prstGeom prst="roundRect">
            <a:avLst>
              <a:gd name="adj" fmla="val 615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7620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Hours &amp; Location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DAY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390650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 per week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76600" y="1143000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76600" y="1390650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0" y="1143000"/>
            <a:ext cx="2642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0" y="1390650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5750" y="1981200"/>
            <a:ext cx="8572500" cy="2076450"/>
          </a:xfrm>
          <a:prstGeom prst="roundRect">
            <a:avLst>
              <a:gd name="adj" fmla="val 36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2152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Tooling &amp; Infrastructure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95550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Control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(private repos)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90850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238500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(paid license)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486150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733800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38675" y="2743200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38675" y="2990850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TransIP VPS (Linux)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38675" y="3238500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Details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38675" y="3486150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via email before Sprint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5750" y="4210050"/>
            <a:ext cx="4210050" cy="742950"/>
          </a:xfrm>
          <a:prstGeom prst="roundRect">
            <a:avLst>
              <a:gd name="adj" fmla="val 10256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9100" y="4343400"/>
            <a:ext cx="4022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9100" y="46291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early, visible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48200" y="4210050"/>
            <a:ext cx="4210050" cy="742950"/>
          </a:xfrm>
          <a:prstGeom prst="roundRect">
            <a:avLst>
              <a:gd name="adj" fmla="val 10256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1550" y="4343400"/>
            <a:ext cx="4022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81550" y="4629150"/>
            <a:ext cx="40222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calm, be transparent, decide together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Setup Tasks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647700"/>
          </a:xfrm>
          <a:prstGeom prst="roundRect">
            <a:avLst>
              <a:gd name="adj" fmla="val 11765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4335" y="125730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setup tasks are part of Sprint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5750" y="19050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20574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Confirm Roles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150" y="23622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Product Owner, Scrum Master, and DevOps lead?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29150" y="19050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81550" y="20574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Setup Tooling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81550" y="23622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GitHub, Jira, and VPS access with provided credentials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8194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29718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Discuss DoR/DoD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150" y="32766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templates as a team and agree to use them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28194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29718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First Backlog Items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1550" y="32766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prepares initial items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5750" y="37338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8150" y="38862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Team Agreements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150" y="41910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Scrum time? Office day? Communication agreements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9150" y="3733800"/>
            <a:ext cx="4229100" cy="800100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81550" y="3886200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Architecture Setup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1550" y="4191000"/>
            <a:ext cx="4002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and decision-making details during Sprint 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5750" y="4762500"/>
            <a:ext cx="17950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setup for project success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8091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Project Documents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304925"/>
            <a:ext cx="5334000" cy="1123950"/>
          </a:xfrm>
          <a:prstGeom prst="roundRect">
            <a:avLst>
              <a:gd name="adj" fmla="val 6780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7637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Governance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85737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Initiation Document (PID)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1050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project objectives, scope, and 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5750" y="2581275"/>
            <a:ext cx="5334000" cy="232410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752725"/>
            <a:ext cx="5090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Intern-Facing Documents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1337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Guide for Interns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242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sprints work and what's expected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5528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Onboarding Guide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7433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roles, expectations, and workflows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9719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Ready Template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1624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backlog items are ready for Sprint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391025"/>
            <a:ext cx="5090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Template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81525"/>
            <a:ext cx="5090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work is truly finished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10250" y="1611809"/>
            <a:ext cx="3048000" cy="2986683"/>
          </a:xfrm>
          <a:prstGeom prst="roundRect">
            <a:avLst>
              <a:gd name="adj" fmla="val 2551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0750" y="1802309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Location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00750" y="22214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documents are available in: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00750" y="24881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Baseline Archive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00750" y="2831009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read first: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00750" y="3097709"/>
            <a:ext cx="272034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Intern Onboarding Guide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Sprint Guide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DoR/DoD Templates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00750" y="3874591"/>
            <a:ext cx="26670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15050" y="3988891"/>
            <a:ext cx="2487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your reference documents throughout the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5750" y="4762500"/>
            <a:ext cx="24820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Baseline Archive - your project reference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7029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 - These Belong to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06680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06680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6250" y="11811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(intern role)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6250" y="150495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on scope and priorities. Staff do NOT make product decisions.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5750" y="18859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188595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" y="200025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(intern role)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6250" y="232410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Facilitates Scrum events. Staff are Scrum Coaches, NOT Scrum Masters.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5750" y="270510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ED7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3850" y="270510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250" y="281940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(team responsibility)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6250" y="314325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deployments, operational issues. Staff do NOT solve this.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5750" y="35242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3850" y="3524250"/>
            <a:ext cx="0" cy="74295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" y="3638550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(shared responsibility)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6250" y="3962400"/>
            <a:ext cx="843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team members build, test, and improve the product.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5750" y="4305300"/>
            <a:ext cx="8572500" cy="41910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7180" y="4400550"/>
            <a:ext cx="8549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roles belong to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EAP Kickoff - Enterprise Application Project v1.1</dc:title>
  <dc:subject>Kickoff Presentation v1.1</dc:subject>
  <dc:creator>Motopp</dc:creator>
  <cp:lastModifiedBy>Motopp</cp:lastModifiedBy>
  <cp:revision>1</cp:revision>
  <dcterms:created xsi:type="dcterms:W3CDTF">2026-01-06T10:37:48Z</dcterms:created>
  <dcterms:modified xsi:type="dcterms:W3CDTF">2026-01-06T10:37:48Z</dcterms:modified>
</cp:coreProperties>
</file>