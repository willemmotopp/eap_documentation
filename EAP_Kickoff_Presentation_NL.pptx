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em de Vries" userId="63d281f5-f376-42be-ab7f-93e7f33e509d" providerId="ADAL" clId="{059D17E8-B6B1-4D98-8E83-EAEC3DB13952}"/>
    <pc:docChg chg="modSld">
      <pc:chgData name="Willem de Vries" userId="63d281f5-f376-42be-ab7f-93e7f33e509d" providerId="ADAL" clId="{059D17E8-B6B1-4D98-8E83-EAEC3DB13952}" dt="2026-02-25T15:48:26.220" v="152" actId="1076"/>
      <pc:docMkLst>
        <pc:docMk/>
      </pc:docMkLst>
      <pc:sldChg chg="modSp mod">
        <pc:chgData name="Willem de Vries" userId="63d281f5-f376-42be-ab7f-93e7f33e509d" providerId="ADAL" clId="{059D17E8-B6B1-4D98-8E83-EAEC3DB13952}" dt="2026-02-25T15:41:49.022" v="1" actId="14100"/>
        <pc:sldMkLst>
          <pc:docMk/>
          <pc:sldMk cId="0" sldId="256"/>
        </pc:sldMkLst>
        <pc:spChg chg="mod">
          <ac:chgData name="Willem de Vries" userId="63d281f5-f376-42be-ab7f-93e7f33e509d" providerId="ADAL" clId="{059D17E8-B6B1-4D98-8E83-EAEC3DB13952}" dt="2026-02-25T15:41:49.022" v="1" actId="14100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2:11.901" v="3" actId="14100"/>
        <pc:sldMkLst>
          <pc:docMk/>
          <pc:sldMk cId="0" sldId="257"/>
        </pc:sldMkLst>
        <pc:spChg chg="mod">
          <ac:chgData name="Willem de Vries" userId="63d281f5-f376-42be-ab7f-93e7f33e509d" providerId="ADAL" clId="{059D17E8-B6B1-4D98-8E83-EAEC3DB13952}" dt="2026-02-25T15:42:08.175" v="2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2:11.901" v="3" actId="14100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2:40.381" v="4" actId="14100"/>
        <pc:sldMkLst>
          <pc:docMk/>
          <pc:sldMk cId="0" sldId="258"/>
        </pc:sldMkLst>
        <pc:spChg chg="mod">
          <ac:chgData name="Willem de Vries" userId="63d281f5-f376-42be-ab7f-93e7f33e509d" providerId="ADAL" clId="{059D17E8-B6B1-4D98-8E83-EAEC3DB13952}" dt="2026-02-25T15:42:40.381" v="4" actId="14100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3:08.579" v="24" actId="20577"/>
        <pc:sldMkLst>
          <pc:docMk/>
          <pc:sldMk cId="0" sldId="259"/>
        </pc:sldMkLst>
        <pc:spChg chg="mod">
          <ac:chgData name="Willem de Vries" userId="63d281f5-f376-42be-ab7f-93e7f33e509d" providerId="ADAL" clId="{059D17E8-B6B1-4D98-8E83-EAEC3DB13952}" dt="2026-02-25T15:43:00.361" v="14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3:08.579" v="24" actId="20577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3:51.840" v="31" actId="14100"/>
        <pc:sldMkLst>
          <pc:docMk/>
          <pc:sldMk cId="0" sldId="260"/>
        </pc:sldMkLst>
        <pc:spChg chg="mod">
          <ac:chgData name="Willem de Vries" userId="63d281f5-f376-42be-ab7f-93e7f33e509d" providerId="ADAL" clId="{059D17E8-B6B1-4D98-8E83-EAEC3DB13952}" dt="2026-02-25T15:43:36.794" v="30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3:51.840" v="31" actId="14100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4:09.900" v="32" actId="14100"/>
        <pc:sldMkLst>
          <pc:docMk/>
          <pc:sldMk cId="0" sldId="261"/>
        </pc:sldMkLst>
        <pc:spChg chg="mod">
          <ac:chgData name="Willem de Vries" userId="63d281f5-f376-42be-ab7f-93e7f33e509d" providerId="ADAL" clId="{059D17E8-B6B1-4D98-8E83-EAEC3DB13952}" dt="2026-02-25T15:44:09.900" v="32" actId="14100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5:13.529" v="35" actId="1076"/>
        <pc:sldMkLst>
          <pc:docMk/>
          <pc:sldMk cId="0" sldId="263"/>
        </pc:sldMkLst>
        <pc:spChg chg="mod">
          <ac:chgData name="Willem de Vries" userId="63d281f5-f376-42be-ab7f-93e7f33e509d" providerId="ADAL" clId="{059D17E8-B6B1-4D98-8E83-EAEC3DB13952}" dt="2026-02-25T15:45:05.709" v="34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5:13.529" v="35" actId="1076"/>
          <ac:spMkLst>
            <pc:docMk/>
            <pc:sldMk cId="0" sldId="263"/>
            <ac:spMk id="29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5:27.318" v="36" actId="14100"/>
        <pc:sldMkLst>
          <pc:docMk/>
          <pc:sldMk cId="0" sldId="264"/>
        </pc:sldMkLst>
        <pc:spChg chg="mod">
          <ac:chgData name="Willem de Vries" userId="63d281f5-f376-42be-ab7f-93e7f33e509d" providerId="ADAL" clId="{059D17E8-B6B1-4D98-8E83-EAEC3DB13952}" dt="2026-02-25T15:45:27.318" v="36" actId="14100"/>
          <ac:spMkLst>
            <pc:docMk/>
            <pc:sldMk cId="0" sldId="264"/>
            <ac:spMk id="23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7:23.855" v="110" actId="20577"/>
        <pc:sldMkLst>
          <pc:docMk/>
          <pc:sldMk cId="0" sldId="265"/>
        </pc:sldMkLst>
        <pc:spChg chg="mod">
          <ac:chgData name="Willem de Vries" userId="63d281f5-f376-42be-ab7f-93e7f33e509d" providerId="ADAL" clId="{059D17E8-B6B1-4D98-8E83-EAEC3DB13952}" dt="2026-02-25T15:45:46.167" v="39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5:55.394" v="42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6:49.397" v="105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7:23.855" v="110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7:03.528" v="106" actId="1076"/>
          <ac:spMkLst>
            <pc:docMk/>
            <pc:sldMk cId="0" sldId="265"/>
            <ac:spMk id="25" creationId="{00000000-0000-0000-0000-000000000000}"/>
          </ac:spMkLst>
        </pc:spChg>
      </pc:sldChg>
      <pc:sldChg chg="modSp mod">
        <pc:chgData name="Willem de Vries" userId="63d281f5-f376-42be-ab7f-93e7f33e509d" providerId="ADAL" clId="{059D17E8-B6B1-4D98-8E83-EAEC3DB13952}" dt="2026-02-25T15:48:26.220" v="152" actId="1076"/>
        <pc:sldMkLst>
          <pc:docMk/>
          <pc:sldMk cId="0" sldId="266"/>
        </pc:sldMkLst>
        <pc:spChg chg="mod">
          <ac:chgData name="Willem de Vries" userId="63d281f5-f376-42be-ab7f-93e7f33e509d" providerId="ADAL" clId="{059D17E8-B6B1-4D98-8E83-EAEC3DB13952}" dt="2026-02-25T15:48:09.556" v="150" actId="6549"/>
          <ac:spMkLst>
            <pc:docMk/>
            <pc:sldMk cId="0" sldId="266"/>
            <ac:spMk id="3" creationId="{00000000-0000-0000-0000-000000000000}"/>
          </ac:spMkLst>
        </pc:spChg>
        <pc:spChg chg="mod">
          <ac:chgData name="Willem de Vries" userId="63d281f5-f376-42be-ab7f-93e7f33e509d" providerId="ADAL" clId="{059D17E8-B6B1-4D98-8E83-EAEC3DB13952}" dt="2026-02-25T15:48:26.220" v="152" actId="1076"/>
          <ac:spMkLst>
            <pc:docMk/>
            <pc:sldMk cId="0" sldId="26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27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1738" y="1866900"/>
            <a:ext cx="0" cy="140970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292471" y="1866900"/>
            <a:ext cx="5321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EAP Kickoff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92471" y="2933700"/>
            <a:ext cx="5321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Application Project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510" y="4724400"/>
            <a:ext cx="31074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Motopp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12-weeks Software Development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Welkom bij de EAP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2019300"/>
            <a:ext cx="8305800" cy="102870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" y="220980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is een professioneel software development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26289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klassikale oefening, maar echte verantwoordelijkheid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450" y="33147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238500"/>
            <a:ext cx="426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werkt in een Scrum team en levert een echt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3676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900" y="3600450"/>
            <a:ext cx="4717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bent verantwoordelijk voor planning, kwaliteit en oplevering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450" y="40386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900" y="3962400"/>
            <a:ext cx="422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coacht en observeert, maar neemt jouw rollen niet over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750" y="4762500"/>
            <a:ext cx="2255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Professionele software development mindset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0631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Product: Enterprise Application Portal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14475"/>
            <a:ext cx="5676900" cy="1066800"/>
          </a:xfrm>
          <a:prstGeom prst="roundRect">
            <a:avLst>
              <a:gd name="adj" fmla="val 714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85925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ga je bouwen?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028825"/>
            <a:ext cx="5440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gecentraliseerd, web-based platform voor het afhandelen van interne aanvragen zoals hardware, softwaretoegang en goedkeuringen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5750" y="2752725"/>
            <a:ext cx="5676900" cy="194310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924175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670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frontend en 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337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en authorization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8004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 en approval-workflows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671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en automated testing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338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 en documentation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91250" y="1885950"/>
            <a:ext cx="2667000" cy="2438400"/>
          </a:xfrm>
          <a:prstGeom prst="roundRect">
            <a:avLst>
              <a:gd name="adj" fmla="val 312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1750" y="20764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Projectdetails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1750" y="2457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1750" y="26479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weken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1750" y="30670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81750" y="32575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2-weekse cycli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1750" y="36766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81750" y="38671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+ DevOps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5749" y="4762500"/>
            <a:ext cx="20785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Realistische enterprise interne applicatie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7029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Teamrollen - Deze zijn van jullie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0668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76250" y="11811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(</a:t>
            </a:r>
            <a:r>
              <a:rPr lang="en-US" sz="13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stagiair-rol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15049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Bepaalt scope en prioriteiten. Staff neemt GEEN productbeslissingen.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18859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8859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6250" y="20002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(</a:t>
            </a:r>
            <a:r>
              <a:rPr lang="en-US" sz="135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stagiair-rol</a:t>
            </a: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6250" y="23241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Faciliteert Scrum-events. Staff zijn Scrum Coaches, GEEN Scrum Masters.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7051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7051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6250" y="28194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(teamverantwoordelijkheid)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6250" y="31432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deployments, operationele issues. Staff lost dit NIET voor jullie op.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5750" y="35242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35242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6250" y="36385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(gedeelde verantwoordelijkheid)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6250" y="39624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teamleden bouwen, testen en verbeteren het product.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4305300"/>
            <a:ext cx="8572500" cy="41910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7180" y="44005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 rollen zijn van jullie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Werken met Scrum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90675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762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Sprintstructuur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1240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2-weekse sprints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3907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Planning, Daily Scrum, Sprint Review, Retrospective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6574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faciliteert, iedereen participeert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75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15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is een backlog item klaar om een Sprint in te gaan?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15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 is duidelijk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15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Acceptatie criteria zijn gedefinieerd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15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 genoeg voor 1 sprint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is werk écht af?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draaien in de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Gedeployed en gedocumenteerd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749" y="4762500"/>
            <a:ext cx="20987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zijn beschikbaar als startpunt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Kwaliteit &amp; Professionaliteit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1590675"/>
            <a:ext cx="8305800" cy="114300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2564" y="18192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Fouten maken mag.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02564" y="21621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Problemen negeren niet.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524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Verwachtingen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39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wordt gereviewd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9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draaien in de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Transparantie over opleverproblemen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9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voor kwaliteit en processen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815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Professioneel = hoe je reageert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Rustig onderzoeken wanneer problemen optreden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Helder communiceren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Beslissingen nemen als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30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Wees transparant over issues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750" y="4762500"/>
            <a:ext cx="3366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op professioneel gedrag, niet op het vermijden van fouten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Staff werkt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1257300"/>
          </a:xfrm>
          <a:prstGeom prst="roundRect">
            <a:avLst>
              <a:gd name="adj" fmla="val 606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257300"/>
            <a:ext cx="83553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rollen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Coaches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625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Ondersteunen en uitdagen van jullie proces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7020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020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richting en escalatiepunt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64151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64151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Observeren gedrag en besluitvorming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4325" y="2495550"/>
            <a:ext cx="0" cy="1600200"/>
          </a:xfrm>
          <a:prstGeom prst="line">
            <a:avLst/>
          </a:prstGeom>
          <a:noFill/>
          <a:ln w="5715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4350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Wat wij WEL doen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4350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Vragen stellen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350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Redeneringen uitdagen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Observeren en feedback geven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4350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Coachen op proces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57725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2495550"/>
            <a:ext cx="0" cy="1600200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86325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Wat wij NIET doen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6325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Scrum-rollen overnemen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86325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Productbeslissingen nemen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6325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problemen oplossen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6325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project voor jullie runnen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5750" y="426720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6042" y="4400550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"Als we te veel ingrijpen, doen we iets verkeerd."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5750" y="4762500"/>
            <a:ext cx="119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geen redding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 afspraken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733425"/>
            <a:ext cx="8572500" cy="123825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048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Werktijden &amp; locatie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KANTOORDAG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dag per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766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66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Overige dagen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750" y="2124075"/>
            <a:ext cx="8572500" cy="137160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295525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Tooling-checklist voor Sprint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384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repositories + toegang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607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 Flow setup (main/dev, protection)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337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Branch protection rules actief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8675" y="26384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Digital Scrum 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38675" y="288607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CI pipeline draait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38675" y="31337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tests in de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3667125"/>
            <a:ext cx="4210050" cy="1257300"/>
          </a:xfrm>
          <a:prstGeom prst="roundRect">
            <a:avLst>
              <a:gd name="adj" fmla="val 606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8150" y="380047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150" y="41052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communicatie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150" y="43338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 vragen vroeg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150" y="45624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beslissingen zichtbaar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8200" y="3648075"/>
            <a:ext cx="4210050" cy="1257300"/>
          </a:xfrm>
          <a:prstGeom prst="roundRect">
            <a:avLst>
              <a:gd name="adj" fmla="val 606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0600" y="380047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Verwachtingen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1052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Blijf rustig bij problemen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43338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Wees transparant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5624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Neem team-beslissingen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5749" y="4961051"/>
            <a:ext cx="1926997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 uitvoeringsvoorwaarden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Setup-taken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647700"/>
          </a:xfrm>
          <a:prstGeom prst="roundRect">
            <a:avLst>
              <a:gd name="adj" fmla="val 1176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4335" y="12573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 setup-taken maken deel uit van Sprint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750" y="19050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20574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Rollen bevestigen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150" y="23622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is Product Owner, Scrum Master en DevOps lead?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29150" y="19050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81550" y="20574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Tooling verkennen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81550" y="23622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en test GitHub, Scrum board en pipeline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8194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9718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DoR/DoD bespreken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150" y="32766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Lees de templates als team en spreek af deze te gebruiken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28194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29718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Eerste backlog items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1550" y="32766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bereidt de eerste items voor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5750" y="37338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8150" y="38862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Teamafspraken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150" y="41910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Scrum time? Kantoordag? Communicatieafspraken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9150" y="37338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1550" y="38862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Architectuur-setup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1550" y="41910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en besluitvorming tijdens Sprint 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5749" y="4762500"/>
            <a:ext cx="19118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Essentiële setup voor projectsucces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8091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Beschikbare projectdocumenten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304925"/>
            <a:ext cx="5334000" cy="1123950"/>
          </a:xfrm>
          <a:prstGeom prst="roundRect">
            <a:avLst>
              <a:gd name="adj" fmla="val 678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7637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Governance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85737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(PID)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1050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Definieert projectdoelen, scope en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581275"/>
            <a:ext cx="5334000" cy="232410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75272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Documenten</a:t>
            </a: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voor </a:t>
            </a:r>
            <a:r>
              <a:rPr lang="en-US" sz="135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stagiairs</a:t>
            </a: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(interns)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1337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Guide for Interns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242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sprints werken en wat verwacht wordt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5528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Onboarding Guide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433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Teamrollen, verwachtingen en workflows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9719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 Template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624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backlog items klaar zijn voor Sprint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3910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Template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815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werk echt is afgerond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0250" y="1611809"/>
            <a:ext cx="3048000" cy="2986683"/>
          </a:xfrm>
          <a:prstGeom prst="roundRect">
            <a:avLst>
              <a:gd name="adj" fmla="val 255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0750" y="1802309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Toegang &amp; locatie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00750" y="22214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documenten zijn beschikbaar in: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00750" y="24881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00750" y="28310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eerst te lezen: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00750" y="3097709"/>
            <a:ext cx="272034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Intern Onboarding Guide</a:t>
            </a:r>
            <a:endParaRPr lang="en-US" sz="9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Sprint Guide</a:t>
            </a:r>
            <a:endParaRPr lang="en-US" sz="9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DoR/DoD Templates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00750" y="3874591"/>
            <a:ext cx="2667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15050" y="3988891"/>
            <a:ext cx="2487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 documenten zijn jullie referentie gedurende het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5750" y="4924425"/>
            <a:ext cx="24820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Baseline Archive - jullie projectreferentie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04020"/>
            <a:ext cx="7620000" cy="2735461"/>
          </a:xfrm>
          <a:prstGeom prst="roundRect">
            <a:avLst>
              <a:gd name="adj" fmla="val 4178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13282" y="1623120"/>
            <a:ext cx="691743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vertrouwen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erop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jullie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professioneel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gaan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runnen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00500" y="2948880"/>
            <a:ext cx="1143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60795" y="3483333"/>
            <a:ext cx="72224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dat vertrouwen. Reflecteer, verbeter en neem eigenaarschap.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0025" y="4324350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Vragen?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00025" y="466725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 we aan deze reis beginnen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Microsoft Office PowerPoint</Application>
  <PresentationFormat>Diavoorstelling (16:9)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EAP Kickoff - Enterprise Application Project</dc:title>
  <dc:subject>Kickoff Presentation</dc:subject>
  <dc:creator>Motopp</dc:creator>
  <cp:lastModifiedBy>Willem de Vries</cp:lastModifiedBy>
  <cp:revision>1</cp:revision>
  <dcterms:created xsi:type="dcterms:W3CDTF">2026-01-06T10:13:28Z</dcterms:created>
  <dcterms:modified xsi:type="dcterms:W3CDTF">2026-02-25T15:48:31Z</dcterms:modified>
</cp:coreProperties>
</file>